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veshrm@outlook.com" userId="cf2063adbb08682c" providerId="LiveId" clId="{FE191E32-4131-4124-843D-8A76BC5DBAE3}"/>
    <pc:docChg chg="modSld">
      <pc:chgData name="jiveshrm@outlook.com" userId="cf2063adbb08682c" providerId="LiveId" clId="{FE191E32-4131-4124-843D-8A76BC5DBAE3}" dt="2026-02-22T10:53:54.185" v="2" actId="1076"/>
      <pc:docMkLst>
        <pc:docMk/>
      </pc:docMkLst>
      <pc:sldChg chg="modSp mod">
        <pc:chgData name="jiveshrm@outlook.com" userId="cf2063adbb08682c" providerId="LiveId" clId="{FE191E32-4131-4124-843D-8A76BC5DBAE3}" dt="2026-02-22T10:53:54.185" v="2" actId="1076"/>
        <pc:sldMkLst>
          <pc:docMk/>
          <pc:sldMk cId="0" sldId="258"/>
        </pc:sldMkLst>
        <pc:spChg chg="mod">
          <ac:chgData name="jiveshrm@outlook.com" userId="cf2063adbb08682c" providerId="LiveId" clId="{FE191E32-4131-4124-843D-8A76BC5DBAE3}" dt="2026-02-22T10:53:54.185" v="2" actId="1076"/>
          <ac:spMkLst>
            <pc:docMk/>
            <pc:sldMk cId="0" sldId="25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63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1828800" y="914400"/>
            <a:ext cx="4572000" cy="3657600"/>
          </a:xfrm>
          <a:prstGeom prst="ellipse">
            <a:avLst/>
          </a:prstGeom>
          <a:solidFill>
            <a:srgbClr val="00142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Technologies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Passwordless Authentication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5029200" cy="36576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Secure, Built to Secure"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 Chandru  ·  Daksh  ·  Jivesh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NexJam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Problem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0515600" cy="292608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 of data breaches use stolen / weak passwords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at constant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reuse passwords across 5+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breach = mass compromise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managers create single points of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vault cracked = everything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bypasses even complex passwords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engineering trivially effective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OTP is SIM-swappable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Two-factor no longer sufficient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SecureAuth replaces passwords entirely with adaptive visual + OTP challenges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5661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SecureAuth?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adaptive authentication engine — NO passwords, NO biometrics,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tokens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Layer 1 — Visual Pattern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3–6 cells on a unique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5×5 shape+colour grid.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combination must match.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5544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Layer 2 — CAPTCHA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failed attempt, an alphanumeric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is added as a second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 the same 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55448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Layer 3 — Magic PIN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1965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OTP sent via multi-provider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waterfall (Gmail → Ethereal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Console). Expires in 3 mins.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0424160" cy="1234440"/>
          </a:xfrm>
          <a:prstGeom prst="roundRect">
            <a:avLst>
              <a:gd name="adj" fmla="val 8889"/>
            </a:avLst>
          </a:prstGeom>
          <a:solidFill>
            <a:srgbClr val="0C0F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Guarantees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No plaintext secrets ever stored   ✦  Visual patterns hashed (SHA-256)   ✦  Grid shuffled on every login   ✦  Rate-limited: 3 OTPs/day    ✦  Per-user unique grid — zero shared cells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System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Auth Endpoints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JWT-less Stateless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patternLogic.js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Generation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Hashing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Manager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109728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0C0F1E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15087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 Table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Store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 Browser  ──  HTTP/JSON  ──  Node.js Server  ──  SQLite DB  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— Progressive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/api/login/init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challenge type based on attempt history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04288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Grid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5×5 grid displayed.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cells in memorised order.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7136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0016" y="11887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91456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count increments.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added from attempt 2.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9984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12864" y="11887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04304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04304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triggered.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PIN valid for 3 minutes.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42832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25712" y="11887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17152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OTP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17152" y="1965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matched &amp; deleted.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authenticated, count reset.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01A10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673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Registration:  Enter email  →  Unique 5×5 grid generated  →  Select 3–6 cells (pattern)  →  Hash stored  →  Account created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Visual Pattern Grid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515600" cy="28620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duplicate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(shape, colour) combo appears at most once across all 25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ambiguity in pattern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of 6 shapes appears exactly 4–5 times; total =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grid, no bias toward any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colours per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colour used within a shape is different from others of the same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can uniquely identify their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always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cells are injected first, random fill 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impossible to break by removal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shuffle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Fisher-Yates on deep copy — shape+colour never change, only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position memorisation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Shapes  ×  8 Colours  =  48 unique pairs available  →  Only 25 chosen per grid  →  Guarantee via backtrack generator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OTP Waterfall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Gmail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EMAIL_USER_1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Password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1528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5087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Gmail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EMAIL_USER_2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Password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15087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Ethereal (Dev)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preview URL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59368" y="1828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23960" y="11430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0C0F1E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33688" y="15087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Fallback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33688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logged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 toast UI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each provider in sequence · 5-second timeout on Ethereal · Returns { delivered: bool, otp: string }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0515600" cy="1600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digits (100,000 – 999,999)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minutes from 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requests per email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text, deleted on use or expiry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OTP is deleted, not compared repeatably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Database Schema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0C0F1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1536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93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19293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pattern_hash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23225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157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715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(JSON)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last_attempt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502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14300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0C0F1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06240" y="1481328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1536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19293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19293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5196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otp_code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23225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7157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2715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51960" y="3108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114300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0C0F1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55280" y="1481328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536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(key)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01200" y="1536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01000" y="19293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01200" y="19293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('pattern'|'otp'|'captcha')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0100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01200" y="23225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(JSON)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01000" y="27157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601200" y="2715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97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layout, scroll-hide header, glitter particles, theme provider, cursor glow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9D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562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AuthFlow.tsx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between auth-tabs and success screen using AnimatePresence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AuthTabs.tsx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 tab switcher — routes to LoginForm or RegisterForm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9D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72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LoginForm.tsx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4015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input → fetches challenge → dispatches to Pattern / OTP / CAPTCHA sub-screens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7647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313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PatternChallenge.tsx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4059936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5×5 grid, handles cell selection, submits pattern to server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197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OtpChallenge.tsx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6208" y="1426464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input with countdown timer and resend logic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80136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9D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8562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CaptchaChallenge.tsx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08483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alphanumeric CAPTCHA image, handles text submission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45973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AnimatedMascot.tsx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2743200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3D-tilt ghost emoji + neon scrolling marquee + animated motto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11810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889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172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Footer.tsx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36208" y="34015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info, security features, social icons (Insta/YouTube/X), modals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377647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C0F1E"/>
          </a:solidFill>
          <a:ln w="7620">
            <a:solidFill>
              <a:srgbClr val="FF8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38313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AuthorsSection.tsx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36208" y="4059936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author cards with magnetic hover, particle bursts, spinning rings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064240" cy="3246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escalates to OTP after 3 fails; rate-limited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+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theft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passwords stored — pattern hash is meaningless without the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position shuffled per login; OTP single-use &amp; 3-min TTL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password to phish; grid is user-specific and 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interception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6-digit = 1-in-1M chance; multi-provider fallback never leaks to client in 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Fisher-Yates shuffle with crypto seeding ensures random cell positions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stored as SHA-256 hash; grid JSON is useless without live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SIM-swap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OTP (not SMS); Gmail App Password isolation per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Zero passwords stored at any point in the entire system lifecycle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Reference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064240" cy="3200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email, pattern: [{shape,color}]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message } 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/api/login/init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action: "pattern"|"otp"|"captcha", challenge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/api/login/verify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email, pattern: [{shape,color}]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success } or next 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/api/login/verify-captcha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email, captcha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success } 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/api/login/verify-otp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email, otp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success } 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/api/forgot-order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email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message, devOtp?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http://localhost:3000   |   Content-Type: application/json   |   Auth: session-based challenge state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 7, Framer Motion, Tailwind CSS, Zustand, Sonner, Lucide Icons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better-sqlite3 SQLite, Nodemailer (multi-provider), Crypto (SHA-256, OTP), CORS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79776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7121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191256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Server, ESLint, TypeScript Compiler, npm scripts, dotenv (.env config)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0C0F1E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32504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glassmorphism UI, Framer Motion spring animations, CSS custom property theming (dark/light), neon glow palette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Walk-Through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Server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nexjam_1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server/index.js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Browser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10128" y="15544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44768" y="15544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→ See 5×5 grid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3–6 cells → Submit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79408" y="12344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Login 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79408" y="15544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→ same grid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same cells in order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9D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43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Fail → CAPTCHA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cells → fail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CAPTCHA appears at attempt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743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Magic PIN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10128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fails → PIN emailed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enter 6-digit code → success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743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Scroll Footer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44768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· Privacy Policy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Documentation · Social Icons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69680" y="2651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79408" y="2743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Toggle Theme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79408" y="3063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top-right pill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to switch light/dark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286000" cy="256032"/>
          </a:xfrm>
          <a:prstGeom prst="rect">
            <a:avLst/>
          </a:prstGeom>
          <a:solidFill>
            <a:srgbClr val="001C2A"/>
          </a:solidFill>
          <a:ln w="63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Biometric Fusion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/ FaceID as optional layer 4 — already architected in challenge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188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70248" y="16459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port — same grid logic works natively on iOS &amp; Android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OAuth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65008" y="16459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as OIDC provider — plug into any app replacing username+password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Anomaly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154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flag unusual pattern timings or geographic login anomalies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69748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Multi-language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70248" y="3154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support across the UI; grid labels internationalised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269748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C0F1E"/>
          </a:solidFill>
          <a:ln w="8890">
            <a:solidFill>
              <a:srgbClr val="9D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65008" y="3154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login attempt heatmap, OTP delivery stats, user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114800" y="457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5029200" cy="36576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D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Secure, Built to Secure"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Chandru  ·  Daksh  ·  Jivesh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Technologies  |  NexJam Hackathon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1493</Words>
  <Application>Microsoft Office PowerPoint</Application>
  <PresentationFormat>Widescreen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SecureAuth Technologies</dc:title>
  <dc:subject>SecureAuth — Passwordless Auth System</dc:subject>
  <dc:creator>SecureAuth Technologies</dc:creator>
  <cp:lastModifiedBy>jiveshrm@outlook.com</cp:lastModifiedBy>
  <cp:revision>1</cp:revision>
  <cp:lastPrinted>2026-02-22T10:52:55Z</cp:lastPrinted>
  <dcterms:created xsi:type="dcterms:W3CDTF">2026-02-22T10:52:13Z</dcterms:created>
  <dcterms:modified xsi:type="dcterms:W3CDTF">2026-02-22T10:53:55Z</dcterms:modified>
</cp:coreProperties>
</file>